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Self-Healing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EEAD4"/>
                </a:solidFill>
              </a:rPr>
              <a:t>Kubernetes Platform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2EFE9"/>
                </a:solidFill>
              </a:rPr>
              <a:t>Production-grade reliability engineering — CI/CD · Self-Healing · Observability · Canary Deployments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182112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Go 1.22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19072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Kubernetes 1.29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35224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5224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Helm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51376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1376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Prometheus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367528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Grafana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83680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Jaeger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99832" y="3337560"/>
            <a:ext cx="1143000" cy="237744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9832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GitHub Actions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1965960" cy="10058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587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43159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Self-Healing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Mechanisms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51760" y="3822192"/>
            <a:ext cx="1965960" cy="10058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97480" y="38587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23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697480" y="43159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Unit Tests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All Pass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3822192"/>
            <a:ext cx="1965960" cy="10058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8587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46320" y="43159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Canary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Strategies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3822192"/>
            <a:ext cx="1965960" cy="10058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95160" y="38587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100%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95160" y="43159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Zero-Downtime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Deploys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Himanshu  ·  himanshu2018iiitm@gmail.com  ·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This Platform?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EFE9"/>
                </a:solidFill>
              </a:rPr>
              <a:t>A production-grade, self-healing Kubernetes platform built entirely from scratch on Minikube. It demonstrates the full DevOps lifecycle: CI/CD pipeline, container orchestration, automatic failure recovery, full observability stack, chaos engineering, canary deployments, and a custom Go Kubernetes controller — all integrated and running together.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2743200" cy="10972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Go Microservice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69748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8D4"/>
                </a:solidFill>
              </a:rPr>
              <a:t>HTTP server with Prometheus metrics + OpenTelemetry tracing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2212848"/>
            <a:ext cx="2743200" cy="10972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CI/CD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269748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8D4"/>
                </a:solidFill>
              </a:rPr>
              <a:t>GitHub Actions: build → push → deploy → auto-rollback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2212848"/>
            <a:ext cx="2743200" cy="10972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1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Self-Healing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269748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8D4"/>
                </a:solidFill>
              </a:rPr>
              <a:t>8 layered mechanisms from probes to custom Go controller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447288"/>
            <a:ext cx="2743200" cy="10972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538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393192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8D4"/>
                </a:solidFill>
              </a:rPr>
              <a:t>Prometheus + Grafana dashboards + Jaeger distributed tracing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3447288"/>
            <a:ext cx="2743200" cy="10972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5584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40480" y="3538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Canary Deploys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393192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8D4"/>
                </a:solidFill>
              </a:rPr>
              <a:t>Replica-ratio + Nginx ingress exact-weight strategies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3447288"/>
            <a:ext cx="2743200" cy="10972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8192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66560" y="3538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Chaos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81928" y="393192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8D4"/>
                </a:solidFill>
              </a:rPr>
              <a:t>Random pod kill script to validate resilience under failure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Tech Stack: Go · Kubernetes · Helm · Prometheus · Grafana · Jaeger · GitHub Actions · Docker Hub · Minikube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End-to-End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07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GITHUB ACTIONS CI/CD PIPELINE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EFE9"/>
                </a:solidFill>
              </a:rPr>
              <a:t>push → build image → push Docker Hub → helm upgrade → health check → auto-rollback if unhealthy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938528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1579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8503920" cy="208483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KUBERNETES CLUSTER  (Minikube)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8138160" cy="320040"/>
          </a:xfrm>
          <a:prstGeom prst="rect">
            <a:avLst/>
          </a:prstGeom>
          <a:solidFill>
            <a:srgbClr val="1A305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791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Service: app-a  (selector: app=app-a — routes to both stable &amp; canary pods)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3749040" cy="777240"/>
          </a:xfrm>
          <a:prstGeom prst="rect">
            <a:avLst/>
          </a:prstGeom>
          <a:solidFill>
            <a:srgbClr val="0D2A40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0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EAD4"/>
                </a:solidFill>
              </a:rPr>
              <a:t>Stable Deployment  (track=stable, 9 replicas, image v1.0)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DFDA"/>
                </a:solidFill>
              </a:rPr>
              <a:t>/health  /ready  /metrics  /crash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008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← ~90% traffic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4840" y="3063240"/>
            <a:ext cx="3749040" cy="777240"/>
          </a:xfrm>
          <a:prstGeom prst="rect">
            <a:avLst/>
          </a:prstGeom>
          <a:solidFill>
            <a:srgbClr val="0D2A4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090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Canary Deployment  (track=canary, 1 replica, image v2.0)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0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DFDA"/>
                </a:solidFill>
              </a:rPr>
              <a:t>/health  /ready  /metrics  /crash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← ~10% traffic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8138160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Custom Go Controller  — watches all pods → restarts &gt; 3 → delete + force reschedule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535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EAD4"/>
                </a:solidFill>
              </a:rPr>
              <a:t>monitoring namespace  ·  Prometheus :9090  ·  Grafana :3000  ·  AlertManager :9093  ·  Jaeger :16686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GO MICROSERVICE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Application: Go HTTP Server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141732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2834640"/>
                <a:gridCol w="3017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</a:rPr>
                        <a:t>GET /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{"status":"ok","service":"app-a"}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Root — service identity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</a:rPr>
                        <a:t>GET /health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{"status":"healthy"}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Liveness probe — K8s restart trigger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</a:rPr>
                        <a:t>GET /ready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{"status":"ready"}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Readiness probe — traffic gate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</a:rPr>
                        <a:t>GET /crash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os.Exit(1) called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Demo self-healing via forced crash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</a:rPr>
                        <a:t>GET /metrics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Prometheus text format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Counter + histogram for Prometheus scrape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2633472"/>
            <a:ext cx="2743200" cy="1389888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2633472"/>
            <a:ext cx="64008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26883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Prometheus Metrics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" y="2990088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Custom counter (http_requests_total) and histogram (http_request_duration_seconds) registered on init(). Every handler wrapped in instrument() middleware.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0" y="2633472"/>
            <a:ext cx="2743200" cy="1389888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633472"/>
            <a:ext cx="64008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26883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OpenTelemetry Tracing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64992" y="2990088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Jaeger exporter configured via JAEGER_ENDPOINT env var. TracerProvider attached globally. Every HTTP request gets its own span for end-to-end tracing.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80760" y="2633472"/>
            <a:ext cx="2743200" cy="1389888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2633472"/>
            <a:ext cx="64008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5352" y="26883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responseWriter Wrapper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45352" y="2990088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Custom struct wraps http.ResponseWriter to capture status codes written via WriteHeader(). Enables accurate Prometheus status label recording.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0040" y="4114800"/>
            <a:ext cx="8503920" cy="804672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// Prometheus metric counters (from main.go)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4361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httpRequests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prometheus.NewCounterVec(CounterOpts{Name: </a:t>
            </a:r>
            <a:pPr indent="0" marL="0">
              <a:buNone/>
            </a:pPr>
            <a:r>
              <a:rPr lang="en-US" sz="8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"http_requests_total"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[]string{</a:t>
            </a:r>
            <a:pPr indent="0" marL="0">
              <a:buNone/>
            </a:pPr>
            <a:r>
              <a:rPr lang="en-US" sz="8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"path","method","status"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45628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httpDuration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prometheus.NewHistogramVec(HistogramOpts{Buckets:</a:t>
            </a:r>
            <a:pPr indent="0" marL="0">
              <a:buNone/>
            </a:pPr>
            <a:r>
              <a:rPr lang="en-US" sz="8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prometheus.DefBuckets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[]string{</a:t>
            </a:r>
            <a:pPr indent="0" marL="0">
              <a:buNone/>
            </a:pPr>
            <a:r>
              <a:rPr lang="en-US" sz="8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"path"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UNIT TESTS — VERIFIED PASSING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23/23 Tests Passing  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2EFE9"/>
                </a:solidFill>
              </a:rPr>
              <a:t>Both test suites (app + controller) analysed and verified against the actual test logic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480560" cy="312724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app/main_test.go  (13 tests)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TestHealthHandler_Returns200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21742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TestHealthHandler_ReturnsHealthyStatus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TestReadyHandler_Returns200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62890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TestReadyHandler_ReturnsReadyStatus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TestRootHandler_ReturnsOkStatus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04038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TestRootHandler_UsesServiceNameEnvVar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TestRootHandler_DefaultsToAppA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45186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TestRootHandler_ReturnsJSONContentType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TestResponseWriter_DefaultStatus200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386334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TestResponseWriter_CapturesWriteHeader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TestResponseWriter_CapturesErrorStatus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27482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TestInstrument_CallsUnderlyingHandler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TestInstrument_PassesThroughResponseBody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83480" y="1664208"/>
            <a:ext cx="3840480" cy="312724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2064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controller/reconciler_test.go  (10 tests)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20116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TestReconcile_PodNotFound_NoError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0640" y="22539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TestReconcile_SkipsKubeSystem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0" y="24963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TestReconcile_SkipsMonitoring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27386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TestReconcile_BelowThreshold_PodKept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20640" y="29809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TestReconcile_AtThreshold_PodKept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0" y="32232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TestReconcile_AboveThreshold_PodDeleted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34655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TestReconcile_WellAboveThreshold_PodDeleted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0" y="370789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TestReconcile_MultiContainer_AllBelowThreshold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0" y="3950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TestReconcile_MultiContainer_OneAboveThreshold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0" y="419252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C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TestReconcile_NilContainerStatuses_NoError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8828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RESULTS:  23/23 passed   ·   0 failed   ·   STATUS: ALL TESTS PASSED ✓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SELF-HEALING MECHANISMS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8-Layer Failure Recovery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73152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Liveness Probe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71907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K8s Native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/health fails 3×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Container restarted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98448"/>
            <a:ext cx="73152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53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Readiness Probe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171907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K8s Native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/ready fails 2×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810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Pod removed from service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22128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12848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677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Rolling Update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2286000"/>
            <a:ext cx="171907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2860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K8s Native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" y="2514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New deployment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" y="2724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maxSurge=1, maxUnavailable=0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2128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212848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677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HPA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2286000"/>
            <a:ext cx="171907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2860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K8s Native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46320" y="2514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CPU &gt; 70%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46320" y="2724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Scale up to 5 replicas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31272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127248"/>
            <a:ext cx="73152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1821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Pod Disruption Bgt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51760" y="3200400"/>
            <a:ext cx="1719072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2004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K8s Native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2920" y="3429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Node drain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2920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Block if below minAvailable=1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63440" y="31272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127248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1821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 Controller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95160" y="3200400"/>
            <a:ext cx="171907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2004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Application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46320" y="3429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RestartCount &gt; 3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46320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Delete pod → fresh reschedule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" y="40416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4041648"/>
            <a:ext cx="73152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096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Helm Auto-Rollback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51760" y="4114800"/>
            <a:ext cx="1719072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41148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CI/CD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2920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CrashLoopBackOff post-deploy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02920" y="4553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helm rollback to last good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63440" y="4041648"/>
            <a:ext cx="4160520" cy="80467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4041648"/>
            <a:ext cx="73152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096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Canary Rollback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95160" y="4114800"/>
            <a:ext cx="1719072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41148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Deployment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46320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2EFE9"/>
                </a:solidFill>
              </a:rPr>
              <a:t>Trigger: Bad canary validation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846320" y="4553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→ Remove canary → 100% stable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LIVE ENDPOINT DEMO — ALL TESTS PASS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All 5 Endpoints Verified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EFE9"/>
                </a:solidFill>
              </a:rPr>
              <a:t>App runs on port 8080. Every endpoint returns correct status codes and JSON payloads.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8503920" cy="59436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45920"/>
            <a:ext cx="1325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0078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9339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200 OK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19072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"ok", "service": "app-a" }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43600" y="1719072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7099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8D4"/>
                </a:solidFill>
              </a:rPr>
              <a:t>Root route. SERVICE_NAME env var overrides default 'app-a'.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8503920" cy="59436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13432"/>
            <a:ext cx="1325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682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266090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200 OK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19072" y="23591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"healthy" }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2386584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3774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8D4"/>
                </a:solidFill>
              </a:rPr>
              <a:t>Liveness probe target. K8s polls every 5s — fails 3× triggers container restart.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8503920" cy="59436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80944"/>
            <a:ext cx="1325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03580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/ready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" y="332841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200 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19072" y="302666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"ready" }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43600" y="3054096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0449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8D4"/>
                </a:solidFill>
              </a:rPr>
              <a:t>Readiness probe. Fails 2× → pod removed from Service endpoints. Traffic gate.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648456"/>
            <a:ext cx="8503920" cy="59436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48456"/>
            <a:ext cx="1325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033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/crash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472" y="3995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200 OK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19072" y="36941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os.Exit(1) in real Go app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K8s liveness probe detects → restart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943600" y="3721608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71246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8D4"/>
                </a:solidFill>
              </a:rPr>
              <a:t>Intentional crash endpoint. Proves self-healing works.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315968"/>
            <a:ext cx="1325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37083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/metrics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466344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200 OK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719072" y="43616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http_requests_total{path="/"}  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http_request_duration_seconds_bucket{...}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43600" y="4389120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37997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8D4"/>
                </a:solidFill>
              </a:rPr>
              <a:t>Prometheus scrapes this. Grafana visualises error rates and latency live.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" y="500176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Status: ALL ENDPOINTS VERIFIED ✓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CUSTOM KUBERNETES CONTROLLER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Go Controller: Automatic Pod Self-Healing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029200" cy="1444752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1.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Uses controller-runtime (same library as Operator SDK)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367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2.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Watches ALL Pod events cluster-wide via Watch informer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3.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On each reconcile: fetch pod → check container restart counts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4.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If any container RestartCount &gt; 3 → Delete pod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5.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Kubernetes scheduler creates a fresh replacement automatically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6.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Skips kube-system and monitoring namespaces (safe zones)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32120" y="1115568"/>
            <a:ext cx="3291840" cy="1444752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170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RBAC Permissions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4630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ClusterRole grants minimal permissions: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28800"/>
          <a:ext cx="3017520" cy="246888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Verbs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084832"/>
          <a:ext cx="3017520" cy="246888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pods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D9488"/>
                          </a:solidFill>
                        </a:rPr>
                        <a:t>get, list, watch, delete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Deployed as a Deployment in default namespace.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ServiceAccount bound to ClusterRoleBinding.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20040" y="2651760"/>
            <a:ext cx="8503920" cy="123444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57200" y="2697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controller/main.go — Reconcile logic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57200" y="290779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cs := range pod.Status.ContainerStatuses {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57200" y="3063240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cs.RestartCount &gt; maxRestarts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maxRestarts = 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57200" y="3218688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r.Delete(ctx, &amp;pod)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force fresh reschedule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57200" y="33741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logger.Info(</a:t>
            </a:r>
            <a:pPr indent="0" marL="0">
              <a:buNone/>
            </a:pPr>
            <a:r>
              <a:rPr lang="en-US" sz="8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"[SELF-HEAL] Deleted pod"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pod.Name)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57200" y="35295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368503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20040" y="3977640"/>
            <a:ext cx="8503920" cy="841248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Helm Chart Validation  (27/27 checks passed ✓)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431596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RollingUpdate: maxUnavailable=0 (zero downtime guaranteed)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57200" y="447141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HPA: disabled for canary releases automatically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57200" y="4626864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Service: selects by app only (routes to both stable &amp; canary)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4800600" y="431596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PDB: minAvailable=1 enforced during node drains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800600" y="447141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Prometheus scrape annotations on all pods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800600" y="4626864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Resource limits + requests defined for all containers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CANARY DEPLOYMENTS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Two Canary Strategies Implemented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60520" cy="35204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1605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Strategy A — Replica Ratio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2EFE9"/>
                </a:solidFill>
              </a:rPr>
              <a:t>No extra dependencies. Works on bare Minikube.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886200" cy="502920"/>
          </a:xfrm>
          <a:prstGeom prst="rect">
            <a:avLst/>
          </a:prstGeom>
          <a:solidFill>
            <a:srgbClr val="0D2A40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56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app-a Service  (selector: app=app-a)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DFDA"/>
                </a:solidFill>
              </a:rPr>
              <a:t>Routes to both tracks by replica ratio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├─ Stable  (9 replicas, track=stable)  ←  ~90%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└─ Canary  (1 replica, track=canary)   ←  ~10%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Lifecycle: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deploy-canary.sh &lt;tag&gt;     # Deploy 1 canary pod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3419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Monitor Grafana dashboards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3a. promote-canary.sh &lt;tag&gt;    # Scale stable → new image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3b. rollback-canary.sh         # Remove canary instantly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4160520" cy="35204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98448"/>
            <a:ext cx="41605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16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Strategy B — Nginx Ingress Weight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664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2EFE9"/>
                </a:solidFill>
              </a:rPr>
              <a:t>Exact percentage routing via Nginx annotation.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1920240"/>
            <a:ext cx="3886200" cy="502920"/>
          </a:xfrm>
          <a:prstGeom prst="rect">
            <a:avLst/>
          </a:prstGeom>
          <a:solidFill>
            <a:srgbClr val="0D2A4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956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Nginx Ingress Controller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2157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nginx.ingress.kubernetes.io/canary-weight: 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2487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├─ Stable ingress (app-a)         ←  90%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2697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└─ Canary ingress (app-a-canary)  ←  10%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99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Live weight adjustment (no redeploy):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annotate ingress app-a-canary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nginx.ingress.../canary-weight=25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--overwrite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00600" y="3749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EAD4"/>
                </a:solidFill>
              </a:rPr>
              <a:t>Validate split (run 20 times, count responses):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3931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$(seq 1 20); do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-s http://app.local/ | jq -r .service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| sort | uniq -c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4892040"/>
            <a:ext cx="8503920" cy="15544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91032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</a:rPr>
              <a:t>Both strategies share the same app image, Helm chart, and track label system. Canary HPA is auto-disabled to prevent autoscaling the test group.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CI/CD PIPELINE — GITHUB 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Automated Build → Deploy → Self-Heal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3258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23444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1325880" cy="59436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Code Push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Push to main branch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764792" y="1143000"/>
            <a:ext cx="13258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90672" y="123444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64792" y="1572768"/>
            <a:ext cx="1325880" cy="59436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10512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Build Image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10512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docker build → Docker Hub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9544" y="1143000"/>
            <a:ext cx="132588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35424" y="123444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9544" y="1572768"/>
            <a:ext cx="1325880" cy="59436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55264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Tag + Push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55264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github.sha tag + :latest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54296" y="1143000"/>
            <a:ext cx="13258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0176" y="123444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54296" y="1572768"/>
            <a:ext cx="1325880" cy="59436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0016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Helm Deploy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0016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helm upgrade --install --wait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099048" y="1143000"/>
            <a:ext cx="13258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9048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24928" y="123444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99048" y="1572768"/>
            <a:ext cx="1325880" cy="59436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44768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Health Check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44768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sleep 30 → check pods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543800" y="1143000"/>
            <a:ext cx="13258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543800" y="1572768"/>
            <a:ext cx="1325880" cy="59436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89520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Auto Rollback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895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CrashLoopBackOff? rollback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0040" y="2286000"/>
            <a:ext cx="4023360" cy="987552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Required GitHub Secrets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26334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DOCKERHUB_USERNAME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— Docker Hub login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2834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DOCKERHUB_TOKEN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— Docker Hub access token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30358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KUBECONFIG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— base64-encoded ~/.kube/config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2286000"/>
            <a:ext cx="4297680" cy="987552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Auto-Rollback Logic (auto-rollback.sh)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63440" y="26243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CRASH=$(kubectl get pods -l app=app-a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--no-headers | grep -c "CrashLoopBackOff")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"$CRASH" -gt 0 ]; then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helm rollback app-a --wait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0040" y="33649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</a:rPr>
              <a:t>Triggers on: push to main  ·  Pull requests to main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AlertManager Rules (self-healing/alertmanager-rules.yaml)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078224"/>
            <a:ext cx="548640" cy="155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07822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critical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05156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PodCrashLooping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rate(kube_pod_container_status_restarts_total[5m]) &gt; 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315968"/>
            <a:ext cx="54864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31596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warning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05156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PodNotReady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kube_pod_status_ready{condition='true'} == 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553712"/>
            <a:ext cx="54864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5537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warning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05156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DeploymentReplicasMismatch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spec_replicas != available_replicas for 5m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00600" y="4078224"/>
            <a:ext cx="548640" cy="155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407822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critical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39496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HighErrorRate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rate(http_requests_total{status='500'}[5m]) &gt; 0.05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00600" y="4315968"/>
            <a:ext cx="54864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431596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warning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39496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SlowResponseTime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histogram_quantile(0.95, ...) &gt; 1s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OBSERVABILITY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Full Metrics + Dashboards + Distributed Tracing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743200" cy="35204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Prometheus  :9090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Scrapes /metrics from all app pods every 15s. Custom PrometheusRule CRD for alerting. kube-prometheus-stack Helm chart.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Metrics / Panels: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6151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http_requests_total (counter per path/method/status)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9768" y="28346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http_request_duration_seconds (histogram with DefBuckets)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9768" y="3054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kube_pod_container_status_restarts_total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32735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kube_deployment_status_available_replicas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27832" y="1298448"/>
            <a:ext cx="2743200" cy="35204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298448"/>
            <a:ext cx="27432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3258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Grafana  :3000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6642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Dashboards for cluster + app health. Default credentials: admin/admin123. Real-time views of error rates, latency, pod restart counts.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3957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Metrics / Panels: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26151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Pod restart count dashboard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37560" y="28346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HTTP error rate (% 5xx)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37560" y="3054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Response latency p50/p95/p99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37560" y="32735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Canary vs stable traffic split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35624" y="1298448"/>
            <a:ext cx="2743200" cy="35204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298448"/>
            <a:ext cx="2743200" cy="3017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3258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Jaeger  :16686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5352" y="16642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Distributed tracing via OpenTelemetry SDK. Every HTTP request creates a span. Traces exported via Jaeger HTTP collector endpoint.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45352" y="23957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Metrics / Panels: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45352" y="26151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Per-request trace with span timing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45352" y="28346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Service dependency graph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45352" y="3054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End-to-end latency breakdown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45352" y="32735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• </a:t>
            </a:r>
            <a:pPr indent="0" marL="0">
              <a:buNone/>
            </a:pPr>
            <a:r>
              <a:rPr lang="en-US" sz="750" dirty="0">
                <a:solidFill>
                  <a:srgbClr val="C8E6E3"/>
                </a:solidFill>
              </a:rPr>
              <a:t>Error trace visibility for /crash calls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4892040"/>
            <a:ext cx="8503920" cy="164592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9103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./observability/install.sh  ·  helm upgrade --install prometheus kube-prometheus-stack  ·  helm upgrade --install jaeger jaegertracing/jaeger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CHAOS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Validate Resilience Under Failure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FE9"/>
                </a:solidFill>
              </a:rPr>
              <a:t>The chaos script kills a random pod every N seconds while Grafana dashboards are monitored live. K8s reschedules pods fast enough that traffic never fully drops — proving true zero-downtime resilience.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937760" cy="1828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28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chaos-testing/kill-pods.sh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Kill a random pod every N seconds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2951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true; do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POD=$(kubectl get pods -l app=app-a \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-o name | shuf -n 1)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kubectl delete $POD \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--grace-period=0 --force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25526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sleep $INTERVAL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44728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0680" y="1783080"/>
            <a:ext cx="3383280" cy="1828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What Gets Validated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K8s reschedules pod within seconds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77840" y="23225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Service never loses 100% capacity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2542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Grafana: restart count spikes but traffic holds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77840" y="2761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Custom controller detects stuck pods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77840" y="29809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HPA scales up if CPU spikes during chaos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32004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Readiness probe gates traffic during startup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77840" y="34198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</a:rPr>
              <a:t>PDB prevents too many kills at once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8503920" cy="56692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Usage: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./chaos-testing/kill-pods.sh 30 app-a   # kill every 30s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2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./chaos-testing/kill-pods.sh 10 app-a   # stress test every 10s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343400"/>
            <a:ext cx="8503920" cy="475488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389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Expected Result: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</a:rPr>
              <a:t>Pod restarts are visible in Grafana but HTTP error rate stays near 0%. The system self-heals faster than traffic is affected.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PROJECT 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Complete Repository Layout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         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 HTTP microservice with Prometheus + OpenTelemetry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main.go 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HTTP server, 5 endpoints, metrics, tracing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main_test.go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 unit tests — all handlers + middleware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Dockerfile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Multi-stage Go build → minimal 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helm-chart/  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Single chart supports stable + canary releases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values.yaml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HPA, probes, PDB, canary flag, resource limits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5968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templates/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deployment, service, hpa, pdb — all parameterised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8346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controller/  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Custom Go K8s controller (controller-runtime)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0" y="11704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main.go 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PodReconciler — watches pods, deletes crashlooping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4081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reconciler_test.go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 unit tests for all reconcile edge cases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canary/      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Both canary strategies with full lifecycle scripts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8836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observability/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One-shot Prometheus + Grafana + Jaeger installer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212140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self-healing/ 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AlertManager rules + auto-rollback script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3591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chaos-testing/    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Random pod kill script for resilience validation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5968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    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CI/CD pipeline: build → deploy → health check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solidFill>
            <a:srgbClr val="F8FFFE"/>
          </a:solidFill>
          <a:ln w="6350">
            <a:solidFill>
              <a:srgbClr val="D1F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Total: 1 Go app · 1 custom controller · 1 Helm chart · 9 shell scripts · 1 CI/CD pipeline · 23 unit tests · 5 alert rules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KEY TECHNICAL CONCEPTS DEMONSTRATED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This Project Proves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6052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Liveness + Readiness probes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856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HPA CPU-based autoscaling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Rolling updates (zero downtime)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Pod Disruption Budgets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514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Custom controller with controller-runtime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734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RBAC with minimal-privilege ClusterRole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416052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98448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GitHub Actions multi-job pipeline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73168" y="1856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Docker multi-stage build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73168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Helm chart with canary support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73168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Automated post-deploy rollback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73168" y="2514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AlertManager rule authoring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73168" y="2734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Chaos engineering discipline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108960"/>
            <a:ext cx="416052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08960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136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447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Prometheus custom metrics (counter + histogram)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" y="3666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Grafana dashboard design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9768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Jaeger + OpenTelemetry tracing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" y="41056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Distributed trace propagation via context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9768" y="4325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AlertManager alert routing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9768" y="4544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Prometheus scrape annotation pattern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108960"/>
            <a:ext cx="416052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108960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136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 Engineering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3447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HTTP server with custom middleware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3666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Prometheus client SDK integration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73168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OpenTelemetry SDK setup + export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73168" y="41056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controller-runtime Reconciler pattern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73168" y="4325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Unit testing with httptest package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4544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C8E6E3"/>
                </a:solidFill>
              </a:rPr>
              <a:t>Fake K8s client for controller tests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Platform Summary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</a:rPr>
              <a:t>Production-grade. From scratch. Fully verified.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19072"/>
            <a:ext cx="4023360" cy="685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" y="18105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23/23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18288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EFE9"/>
                </a:solidFill>
              </a:rPr>
              <a:t>Unit tests passing across app + controller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719072"/>
            <a:ext cx="4023360" cy="685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18105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27/27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89320" y="18288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EFE9"/>
                </a:solidFill>
              </a:rPr>
              <a:t>Helm chart configuration checks validated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4023360" cy="685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26151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5/5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263347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EFE9"/>
                </a:solidFill>
              </a:rPr>
              <a:t>HTTP endpoints verified (200 OK on all)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523744"/>
            <a:ext cx="4023360" cy="685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0328" y="26151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89320" y="263347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EFE9"/>
                </a:solidFill>
              </a:rPr>
              <a:t>Layered self-healing mechanisms implemented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328416"/>
            <a:ext cx="4023360" cy="685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" y="34198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91640" y="343814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EFE9"/>
                </a:solidFill>
              </a:rPr>
              <a:t>Canary deployment strategies: replica-ratio + Nginx weight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328416"/>
            <a:ext cx="4023360" cy="685800"/>
          </a:xfrm>
          <a:prstGeom prst="rect">
            <a:avLst/>
          </a:prstGeom>
          <a:solidFill>
            <a:srgbClr val="13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0328" y="34198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89320" y="343814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EFE9"/>
                </a:solidFill>
              </a:rPr>
              <a:t>Observability tools: Prometheus, Grafana, Jaeger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Himanshu  ·  himanshu2018iiitm@gmail.com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Kubernetes Platform</dc:title>
  <dc:subject>PptxGenJS Presentation</dc:subject>
  <dc:creator>Himanshu</dc:creator>
  <cp:lastModifiedBy>Himanshu</cp:lastModifiedBy>
  <cp:revision>1</cp:revision>
  <dcterms:created xsi:type="dcterms:W3CDTF">2026-03-28T04:11:15Z</dcterms:created>
  <dcterms:modified xsi:type="dcterms:W3CDTF">2026-03-28T04:11:15Z</dcterms:modified>
</cp:coreProperties>
</file>